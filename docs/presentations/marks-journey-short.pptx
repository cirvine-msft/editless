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33339"/>
            <a:ext cx="7772400" cy="1584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0"/>
              </a:lnSpc>
              <a:spcAft>
                <a:spcPts val="3000"/>
              </a:spcAft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Developer's Journey to Agentic AI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685800" y="3199061"/>
            <a:ext cx="7772400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one developer's workflow transformed—and what it means for every engineering team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481310"/>
            <a:ext cx="4238235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500"/>
              </a:spcAft>
              <a:buNone/>
            </a:pPr>
            <a:r>
              <a:rPr lang="en-US" sz="3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Starting Point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34901" y="1487686"/>
            <a:ext cx="8031682" cy="1256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spcAft>
                <a:spcPts val="18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Mark, a senior developer. He's already using an AI coding assistant that autocompletes his code and answers his questions.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34901" y="2973139"/>
            <a:ext cx="3588207" cy="418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spcAft>
                <a:spcPts val="18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He's productive. He's happy.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34901" y="3938141"/>
            <a:ext cx="3571053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spcBef>
                <a:spcPts val="2500"/>
              </a:spcBef>
              <a:spcAft>
                <a:spcPts val="1800"/>
              </a:spcAft>
              <a:buNone/>
            </a:pPr>
            <a:r>
              <a:rPr lang="en-US" sz="2600" i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more do I need?"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376982"/>
            <a:ext cx="3364903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500"/>
              </a:spcAft>
              <a:buNone/>
            </a:pPr>
            <a:r>
              <a:rPr lang="en-US" sz="3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Discovery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34901" y="1383357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experiments with creating a simple agent. Then he realizes agents can: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15901" y="2602557"/>
            <a:ext cx="4498330" cy="1554361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3060"/>
              </a:lnSpc>
              <a:buSzPct val="100000"/>
              <a:buChar char="•"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 themselves through iteration</a:t>
            </a:r>
            <a:endParaRPr lang="en-US" sz="1800" dirty="0"/>
          </a:p>
          <a:p>
            <a:pPr algn="l" marL="190500" indent="-190500">
              <a:lnSpc>
                <a:spcPts val="3060"/>
              </a:lnSpc>
              <a:buSzPct val="100000"/>
              <a:buChar char="•"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to external tools and APIs</a:t>
            </a:r>
            <a:endParaRPr lang="en-US" sz="1800" dirty="0"/>
          </a:p>
          <a:p>
            <a:pPr algn="l" marL="190500" indent="-190500">
              <a:lnSpc>
                <a:spcPts val="3060"/>
              </a:lnSpc>
              <a:buSzPct val="100000"/>
              <a:buChar char="•"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 context across sessions</a:t>
            </a:r>
            <a:endParaRPr lang="en-US" sz="1800" dirty="0"/>
          </a:p>
          <a:p>
            <a:pPr algn="l" marL="190500" indent="-190500">
              <a:lnSpc>
                <a:spcPts val="3060"/>
              </a:lnSpc>
              <a:buSzPct val="100000"/>
              <a:buChar char="•"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 with other specialized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4901" y="4156918"/>
            <a:ext cx="57016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capability unlocks exponentially more value.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924967"/>
            <a:ext cx="5603111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0"/>
              </a:spcAft>
              <a:buNone/>
            </a:pPr>
            <a:r>
              <a:rPr lang="en-US" sz="3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Ground Keeps Moving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34901" y="1674168"/>
            <a:ext cx="614338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 is evolving on every front — simultaneously: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2146548"/>
            <a:ext cx="7874198" cy="1447205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24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pPr algn="l" indent="0" marL="0">
              <a:lnSpc>
                <a:spcPts val="24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improve and launch every week — each one more capable than the last</a:t>
            </a:r>
            <a:endParaRPr lang="en-US" sz="1600" dirty="0"/>
          </a:p>
          <a:p>
            <a:pPr algn="l" marL="190500" indent="-190500">
              <a:lnSpc>
                <a:spcPts val="24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developer tools</a:t>
            </a:r>
            <a:pPr algn="l" indent="0" marL="0">
              <a:lnSpc>
                <a:spcPts val="24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ship new features and experimental capabilities constantly</a:t>
            </a:r>
            <a:endParaRPr lang="en-US" sz="1600" dirty="0"/>
          </a:p>
          <a:p>
            <a:pPr algn="l" marL="190500" indent="-190500">
              <a:lnSpc>
                <a:spcPts val="24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frameworks</a:t>
            </a:r>
            <a:pPr algn="l" indent="0" marL="0">
              <a:lnSpc>
                <a:spcPts val="24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emerge that handle orchestration, memory, and multi-agent coordination out of the box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34901" y="3746153"/>
            <a:ext cx="361462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ground never stops moving.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875407"/>
            <a:ext cx="8031682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0"/>
              </a:spcAft>
              <a:buNone/>
            </a:pPr>
            <a:r>
              <a:rPr lang="en-US" sz="34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Over Tools — But Stay Nimble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34901" y="2119908"/>
            <a:ext cx="655128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Mark's breakthrough: focus on the </a:t>
            </a:r>
            <a:pPr algn="l" indent="0" marL="0">
              <a:lnSpc>
                <a:spcPts val="252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pPr algn="l" indent="0" marL="0">
              <a:lnSpc>
                <a:spcPts val="252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any single tool.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2592288"/>
            <a:ext cx="7743974" cy="1523405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24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loop doesn't change: </a:t>
            </a:r>
            <a:pPr algn="l" indent="0" marL="0">
              <a:lnSpc>
                <a:spcPts val="24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Plan. Delegate. Review.</a:t>
            </a:r>
            <a:endParaRPr lang="en-US" sz="1600" dirty="0"/>
          </a:p>
          <a:p>
            <a:pPr algn="l" marL="190500" indent="-190500">
              <a:lnSpc>
                <a:spcPts val="24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get married to any specific tool — they're all evolving too fast</a:t>
            </a:r>
            <a:endParaRPr lang="en-US" sz="1600" dirty="0"/>
          </a:p>
          <a:p>
            <a:pPr algn="l" marL="190500" indent="-190500">
              <a:lnSpc>
                <a:spcPts val="24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 and experiment with new AI technology as it arrives</a:t>
            </a:r>
            <a:endParaRPr lang="en-US" sz="1600" dirty="0"/>
          </a:p>
          <a:p>
            <a:pPr algn="l" marL="190500" indent="-190500">
              <a:lnSpc>
                <a:spcPts val="24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fluency in the </a:t>
            </a:r>
            <a:pPr algn="l" indent="0" marL="0">
              <a:lnSpc>
                <a:spcPts val="24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</a:t>
            </a:r>
            <a:pPr algn="l" indent="0" marL="0">
              <a:lnSpc>
                <a:spcPts val="24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working with AI — the specific tools are replaceable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444401"/>
            <a:ext cx="4540478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500"/>
              </a:spcAft>
              <a:buNone/>
            </a:pPr>
            <a:r>
              <a:rPr lang="en-US" sz="3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Developer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34901" y="1450777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modern developer plans in larger chunks, delegates to AI teams, reviews in parallel, and gently nudges agents when they get stuck.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34901" y="2720727"/>
            <a:ext cx="6697775" cy="365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spcBef>
                <a:spcPts val="2200"/>
              </a:spcBef>
              <a:spcAft>
                <a:spcPts val="1800"/>
              </a:spcAft>
              <a:buNone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developer tools don't cut it in this highly parallel world.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4901" y="3632448"/>
            <a:ext cx="8031682" cy="837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spcBef>
                <a:spcPts val="2500"/>
              </a:spcBef>
              <a:spcAft>
                <a:spcPts val="1800"/>
              </a:spcAft>
              <a:buNone/>
            </a:pPr>
            <a:r>
              <a:rPr lang="en-US" sz="22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craft shifts from "how do I write this?" to "who should write this, and what are the constraints?"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Developer's Journey to Agentic AI</dc:title>
  <dc:subject>PptxGenJS Presentation</dc:subject>
  <dc:creator>Leadership Team</dc:creator>
  <cp:lastModifiedBy>Leadership Team</cp:lastModifiedBy>
  <cp:revision>1</cp:revision>
  <dcterms:created xsi:type="dcterms:W3CDTF">2026-02-18T20:48:34Z</dcterms:created>
  <dcterms:modified xsi:type="dcterms:W3CDTF">2026-02-18T20:48:34Z</dcterms:modified>
</cp:coreProperties>
</file>