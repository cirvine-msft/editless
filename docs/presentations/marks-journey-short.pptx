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3339"/>
            <a:ext cx="7772400" cy="1584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0"/>
              </a:lnSpc>
              <a:spcAft>
                <a:spcPts val="3000"/>
              </a:spcAft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Developer's Journey to Agentic AI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685800" y="3199061"/>
            <a:ext cx="7772400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one developer's workflow transformed—and what it means for every engineering team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81310"/>
            <a:ext cx="4238235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50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Starting Point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487686"/>
            <a:ext cx="8031682" cy="1256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Mark, a senior developer. He's already using an AI coding assistant that autocompletes his code and answers his questions.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34901" y="2973139"/>
            <a:ext cx="3588207" cy="418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He's productive. He's happy.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34901" y="3938141"/>
            <a:ext cx="357105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spcBef>
                <a:spcPts val="2500"/>
              </a:spcBef>
              <a:spcAft>
                <a:spcPts val="1800"/>
              </a:spcAft>
              <a:buNone/>
            </a:pPr>
            <a:r>
              <a:rPr lang="en-US" sz="2600" i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more do I need?"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376982"/>
            <a:ext cx="336490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50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Discovery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383357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experiments with creating a simple agent. Then he realizes agents can: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15901" y="2602557"/>
            <a:ext cx="4498330" cy="1554361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 themselves through iteration</a:t>
            </a:r>
            <a:endParaRPr lang="en-US" sz="1800" dirty="0"/>
          </a:p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to external tools and APIs</a:t>
            </a:r>
            <a:endParaRPr lang="en-US" sz="1800" dirty="0"/>
          </a:p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context across sessions</a:t>
            </a:r>
            <a:endParaRPr lang="en-US" sz="1800" dirty="0"/>
          </a:p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with other specialized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4901" y="4156918"/>
            <a:ext cx="57016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capability unlocks exponentially more value.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68809"/>
            <a:ext cx="3472532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500"/>
              </a:spcAft>
              <a:buNone/>
            </a:pPr>
            <a:r>
              <a:rPr lang="en-US" sz="38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Disruption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475184"/>
            <a:ext cx="8031682" cy="1256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as Mark's custom system gets complex, new purpose-built tools launch that do 90% of what his system does at 10% of the effort.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34901" y="2960638"/>
            <a:ext cx="8031682" cy="837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 platforms themselves add built-in features that make even those tools partially obsolete.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34901" y="4027140"/>
            <a:ext cx="4465942" cy="418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pace of change is relentless.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506909"/>
            <a:ext cx="3610067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50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Realization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513284"/>
            <a:ext cx="6304145" cy="418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stops building tools and focuses on process.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34901" y="2160836"/>
            <a:ext cx="6960397" cy="418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tools will change every month. What won't change: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34901" y="3062288"/>
            <a:ext cx="7874198" cy="1574304"/>
          </a:xfrm>
          <a:prstGeom prst="rect">
            <a:avLst/>
          </a:prstGeom>
          <a:solidFill>
            <a:srgbClr val="2A2A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63476" y="3062288"/>
            <a:ext cx="0" cy="1574304"/>
          </a:xfrm>
          <a:prstGeom prst="line">
            <a:avLst/>
          </a:prstGeom>
          <a:noFill/>
          <a:ln w="57150">
            <a:solidFill>
              <a:srgbClr val="5EA8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5952" y="3316188"/>
            <a:ext cx="7455432" cy="837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planning. Effective delegation to AI agents. Thorough review of AI-produced work.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44401"/>
            <a:ext cx="4540478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50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Developer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450777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modern developer plans in larger chunks, delegates to AI teams, reviews in parallel, and gently nudges agents when they get stuck.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720727"/>
            <a:ext cx="6697775" cy="365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spcBef>
                <a:spcPts val="2200"/>
              </a:spcBef>
              <a:spcAft>
                <a:spcPts val="1800"/>
              </a:spcAft>
              <a:buNone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developer tools don't cut it in this highly parallel world.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4901" y="3632448"/>
            <a:ext cx="8031682" cy="837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Bef>
                <a:spcPts val="2500"/>
              </a:spcBef>
              <a:spcAft>
                <a:spcPts val="1800"/>
              </a:spcAft>
              <a:buNone/>
            </a:pPr>
            <a:r>
              <a:rPr lang="en-US" sz="22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craft shifts from "how do I write this?" to "who should write this, and what are the constraints?"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Developer's Journey to Agentic AI</dc:title>
  <dc:subject>PptxGenJS Presentation</dc:subject>
  <dc:creator>Leadership Team</dc:creator>
  <cp:lastModifiedBy>Leadership Team</cp:lastModifiedBy>
  <cp:revision>1</cp:revision>
  <dcterms:created xsi:type="dcterms:W3CDTF">2026-02-18T20:35:49Z</dcterms:created>
  <dcterms:modified xsi:type="dcterms:W3CDTF">2026-02-18T20:35:49Z</dcterms:modified>
</cp:coreProperties>
</file>