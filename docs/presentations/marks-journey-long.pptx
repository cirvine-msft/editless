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215" y="1215033"/>
            <a:ext cx="8291420" cy="1645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480"/>
              </a:lnSpc>
              <a:spcAft>
                <a:spcPts val="2250"/>
              </a:spcAft>
              <a:buNone/>
            </a:pPr>
            <a:r>
              <a:rPr lang="en-US" sz="54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Developer's Journey</a:t>
            </a:r>
            <a:endParaRPr lang="en-US" sz="5400" dirty="0"/>
          </a:p>
          <a:p>
            <a:pPr algn="ctr" indent="0" marL="0">
              <a:lnSpc>
                <a:spcPts val="6480"/>
              </a:lnSpc>
              <a:spcAft>
                <a:spcPts val="2250"/>
              </a:spcAft>
              <a:buNone/>
            </a:pPr>
            <a:r>
              <a:rPr lang="en-US" sz="54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Agentic AI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85800" y="3146524"/>
            <a:ext cx="7772400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developer's workflow evolved — and why it matters for every engineering organization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316260"/>
            <a:ext cx="6357884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Happy Developer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402110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uses an AI coding assistant in his editor. It autocompletes code, answers questions, explains errors.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354610"/>
            <a:ext cx="36487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He's more productive than ever.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2926110"/>
            <a:ext cx="51580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hears about "AI agents" but doesn't get it.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34901" y="3783360"/>
            <a:ext cx="8031682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400" i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already have AI helping me code. What more do I need?"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506760"/>
            <a:ext cx="4536835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Agent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592610"/>
            <a:ext cx="562891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creates a simple agent with a basic prompt: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164110"/>
            <a:ext cx="49620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are my personal coding assistant."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2735610"/>
            <a:ext cx="662855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just like the built-in assistant but... he can customize it.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34901" y="3592860"/>
            <a:ext cx="8031682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he has a revelation: the agent can modify its own instruction files. It can make itself better.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331143"/>
            <a:ext cx="6555534" cy="676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100"/>
              </a:spcAft>
              <a:buNone/>
            </a:pPr>
            <a:r>
              <a:rPr lang="en-US" sz="46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Expanding Capabilities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34901" y="1274118"/>
            <a:ext cx="8031682" cy="72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discovers he can connect his agent to external tools and data sources: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20651" y="2283470"/>
            <a:ext cx="3178076" cy="1458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3230"/>
              </a:lnSpc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APIs and web services</a:t>
            </a:r>
            <a:endParaRPr lang="en-US" sz="1900" dirty="0"/>
          </a:p>
          <a:p>
            <a:pPr algn="l" marL="342900" indent="-342900">
              <a:lnSpc>
                <a:spcPts val="3230"/>
              </a:lnSpc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databases</a:t>
            </a:r>
            <a:endParaRPr lang="en-US" sz="1900" dirty="0"/>
          </a:p>
          <a:p>
            <a:pPr algn="l" marL="342900" indent="-342900">
              <a:lnSpc>
                <a:spcPts val="3230"/>
              </a:lnSpc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management systems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34901" y="3913584"/>
            <a:ext cx="8031682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spcAft>
                <a:spcPts val="1200"/>
              </a:spcAft>
              <a:buNone/>
            </a:pPr>
            <a:r>
              <a:rPr lang="en-US" sz="21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goes from coding assistant to development partner.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47229"/>
            <a:ext cx="4803404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&amp; Skills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533079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Mark's agent does more, he hits a wall: </a:t>
            </a:r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limits</a:t>
            </a:r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Every new session starts from scratch.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485579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solves this by giving the agent persistent memory — simple files where it stores learnings across sessions.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3723829"/>
            <a:ext cx="8031682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2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also creates "skills" — reusable instructions for repeated tasks that ensure consistent, deterministic behavior.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47229"/>
            <a:ext cx="8015895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Orchestration Problem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533079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Mark's single agent is doing too much. </a:t>
            </a:r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is bloated. Quality drops.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485579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creates specialized sub-agents — one for frontend, one for backend, one for testing — and an orchestrator to coordinate them.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3723829"/>
            <a:ext cx="8031682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2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each agent has focused expertise and manageable context.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11510"/>
            <a:ext cx="7231064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Automation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497360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realizes he doesn't need to be in the conversation loop for every task.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449860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creates background processes that launch agents autonomously — like CI/CD but for AI-assisted development.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3688110"/>
            <a:ext cx="8031682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400" i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work in parallel while he focuses on planning and review.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701576"/>
            <a:ext cx="626194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38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Ground Keeps Moving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435001"/>
            <a:ext cx="545995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75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 is evolving on every front — simultaneously: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34901" y="1814661"/>
            <a:ext cx="7874198" cy="1968103"/>
          </a:xfrm>
          <a:prstGeom prst="rect">
            <a:avLst/>
          </a:prstGeom>
          <a:noFill/>
          <a:ln/>
        </p:spPr>
        <p:txBody>
          <a:bodyPr wrap="square" lIns="177800" tIns="0" rIns="0" bIns="0" rtlCol="0" anchor="t"/>
          <a:lstStyle/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improve and launch every week — each more capable than the last</a:t>
            </a:r>
            <a:endParaRPr lang="en-US" sz="1500" dirty="0"/>
          </a:p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developer tools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ship new features and experimental capabilities constantly</a:t>
            </a:r>
            <a:endParaRPr lang="en-US" sz="1500" dirty="0"/>
          </a:p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frameworks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emerge that handle orchestration, memory, and multi-agent coordination out of the box</a:t>
            </a:r>
            <a:endParaRPr lang="en-US" sz="1500" dirty="0"/>
          </a:p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features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get built in natively — what required custom solutions yesterday ships as a checkbox tomorrow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34901" y="3973264"/>
            <a:ext cx="3901380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spcBef>
                <a:spcPts val="750"/>
              </a:spcBef>
              <a:spcAft>
                <a:spcPts val="750"/>
              </a:spcAft>
              <a:buNone/>
            </a:pPr>
            <a:r>
              <a:rPr lang="en-US" sz="210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ground never stops moving.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522238"/>
            <a:ext cx="8031682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3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Over Tools — Stay Nimble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817638"/>
            <a:ext cx="6293519" cy="303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spcAft>
                <a:spcPts val="75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has a breakthrough: focus on the </a:t>
            </a:r>
            <a:pPr algn="l" indent="0" marL="0">
              <a:lnSpc>
                <a:spcPts val="2380"/>
              </a:lnSpc>
              <a:spcAft>
                <a:spcPts val="750"/>
              </a:spcAft>
              <a:buNone/>
            </a:pPr>
            <a:r>
              <a:rPr lang="en-US" sz="17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pPr algn="l" indent="0" marL="0">
              <a:lnSpc>
                <a:spcPts val="2380"/>
              </a:lnSpc>
              <a:spcAft>
                <a:spcPts val="75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any single tool.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34901" y="2216348"/>
            <a:ext cx="7874198" cy="1333202"/>
          </a:xfrm>
          <a:prstGeom prst="rect">
            <a:avLst/>
          </a:prstGeom>
          <a:noFill/>
          <a:ln/>
        </p:spPr>
        <p:txBody>
          <a:bodyPr wrap="square" lIns="177800" tIns="0" rIns="0" bIns="0" rtlCol="0" anchor="t"/>
          <a:lstStyle/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loop doesn't change: 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Plan. Delegate. Review.</a:t>
            </a:r>
            <a:endParaRPr lang="en-US" sz="1500" dirty="0"/>
          </a:p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get married to any specific tool — they're all evolving too fast</a:t>
            </a:r>
            <a:endParaRPr lang="en-US" sz="1500" dirty="0"/>
          </a:p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and experiment with new AI technology as it arrives, while shipping with what works today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34901" y="3835301"/>
            <a:ext cx="8031682" cy="69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spcBef>
                <a:spcPts val="1500"/>
              </a:spcBef>
              <a:spcAft>
                <a:spcPts val="750"/>
              </a:spcAft>
              <a:buNone/>
            </a:pPr>
            <a:r>
              <a:rPr lang="en-US" sz="17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fluency in the pattern of working with AI — the specific tools are replaceable.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602010"/>
            <a:ext cx="5736092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Developer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687860"/>
            <a:ext cx="56151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modern developer is a manager of AI teams.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259360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plan in larger chunks than ever before. They delegate multiple parallel work streams to AI agents. They review, nudge, and redirect.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3497610"/>
            <a:ext cx="8031682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emphasis shifts from writing code to orchestrating the systems that write code.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Developer's Journey to Agentic AI</dc:title>
  <dc:subject>PptxGenJS Presentation</dc:subject>
  <dc:creator>Product Team</dc:creator>
  <cp:lastModifiedBy>Product Team</cp:lastModifiedBy>
  <cp:revision>1</cp:revision>
  <dcterms:created xsi:type="dcterms:W3CDTF">2026-02-18T20:49:12Z</dcterms:created>
  <dcterms:modified xsi:type="dcterms:W3CDTF">2026-02-18T20:49:12Z</dcterms:modified>
</cp:coreProperties>
</file>