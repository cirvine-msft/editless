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215" y="1215033"/>
            <a:ext cx="8291420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spcAft>
                <a:spcPts val="2250"/>
              </a:spcAft>
              <a:buNone/>
            </a:pPr>
            <a:r>
              <a:rPr lang="en-US" sz="5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Developer's Journey</a:t>
            </a:r>
            <a:endParaRPr lang="en-US" sz="5400" dirty="0"/>
          </a:p>
          <a:p>
            <a:pPr algn="ctr" indent="0" marL="0">
              <a:lnSpc>
                <a:spcPts val="6480"/>
              </a:lnSpc>
              <a:spcAft>
                <a:spcPts val="2250"/>
              </a:spcAft>
              <a:buNone/>
            </a:pPr>
            <a:r>
              <a:rPr lang="en-US" sz="5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Agentic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3146524"/>
            <a:ext cx="777240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developer's workflow evolved — and why it matters for every engineering organization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6260"/>
            <a:ext cx="635788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Happy Developer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402110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uses an AI coding assistant in his editor. It autocompletes code, answers questions, explains errors.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354610"/>
            <a:ext cx="36487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He's more productive than ever.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2926110"/>
            <a:ext cx="51580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hears about "AI agents" but doesn't get it.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3783360"/>
            <a:ext cx="803168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4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already have AI helping me code. What more do I need?"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6760"/>
            <a:ext cx="453683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Agent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592610"/>
            <a:ext cx="56289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creates a simple agent with a basic prompt: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164110"/>
            <a:ext cx="49620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my personal coding assistant."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2735610"/>
            <a:ext cx="66285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just like the built-in assistant but... he can customize it.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3592860"/>
            <a:ext cx="803168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he has a revelation: the agent can modify its own instruction files. It can make itself better.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31143"/>
            <a:ext cx="6555534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4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Capabilities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34901" y="1274118"/>
            <a:ext cx="8031682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discovers he can connect his agent to external tools and data sources: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20651" y="2283470"/>
            <a:ext cx="3178076" cy="145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23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and web services</a:t>
            </a:r>
            <a:endParaRPr lang="en-US" sz="1900" dirty="0"/>
          </a:p>
          <a:p>
            <a:pPr algn="l" marL="342900" indent="-342900">
              <a:lnSpc>
                <a:spcPts val="323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databases</a:t>
            </a:r>
            <a:endParaRPr lang="en-US" sz="1900" dirty="0"/>
          </a:p>
          <a:p>
            <a:pPr algn="l" marL="342900" indent="-342900">
              <a:lnSpc>
                <a:spcPts val="323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 systems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34901" y="3913584"/>
            <a:ext cx="803168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goes from coding assistant to development partner.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47229"/>
            <a:ext cx="480340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Skills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533079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Mark's agent does more, he hits a wall: </a:t>
            </a:r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limits</a:t>
            </a:r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new session starts from scratch.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485579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solves this by giving the agent persistent memory — simple files where it stores learnings across sessions.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3723829"/>
            <a:ext cx="8031682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also creates "skills" — reusable instructions for repeated tasks that ensure consistent, deterministic behavior.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47229"/>
            <a:ext cx="801589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Orchestration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533079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Mark's single agent is doing too much. </a:t>
            </a:r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bloated. Quality drops.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485579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creates specialized sub-agents — one for frontend, one for backend, one for testing — and an orchestrator to coordinate them.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3723829"/>
            <a:ext cx="8031682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each agent has focused expertise and manageable context.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11510"/>
            <a:ext cx="723106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Automation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497360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realizes he doesn't need to be in the conversation loop for every task.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449860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creates background processes that launch agents autonomously — like CI/CD but for AI-assisted development.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3688110"/>
            <a:ext cx="803168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4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work in parallel while he focuses on planning and review.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4379"/>
            <a:ext cx="4203927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0"/>
              </a:spcAft>
              <a:buNone/>
            </a:pPr>
            <a:r>
              <a:rPr lang="en-US" sz="4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Disruption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34901" y="1466404"/>
            <a:ext cx="8031682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Mark's custom multi-agent system is getting complex. He's spending more time maintaining it than using it.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4901" y="2323356"/>
            <a:ext cx="8031682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new multi-agent frameworks launch that do 90% of what his system does for 10% of the effort.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34901" y="3180308"/>
            <a:ext cx="8031682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Meanwhile, platforms add built-in features — memory, task decomposition — that make frameworks partially redundant.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4901" y="4132511"/>
            <a:ext cx="43252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750"/>
              </a:spcBef>
              <a:spcAft>
                <a:spcPts val="1050"/>
              </a:spcAft>
              <a:buNone/>
            </a:pPr>
            <a:r>
              <a:rPr lang="en-US" sz="2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pace of change is breathtaking.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846237"/>
            <a:ext cx="555271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4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Over Tools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34901" y="1789212"/>
            <a:ext cx="8031682" cy="742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has a breakthrough: </a:t>
            </a:r>
            <a:pPr algn="l" indent="0" marL="0">
              <a:lnSpc>
                <a:spcPts val="3000"/>
              </a:lnSpc>
              <a:spcAft>
                <a:spcPts val="1050"/>
              </a:spcAft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chasing the perfect tool</a:t>
            </a:r>
            <a:pPr algn="l" indent="0" marL="0">
              <a:lnSpc>
                <a:spcPts val="3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tools will change every month.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4901" y="2665363"/>
            <a:ext cx="430958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WON'T change is the PROCESS: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34901" y="3351014"/>
            <a:ext cx="8031682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planning. Effective delegation to AI agents. Thorough review of AI-produced work.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602010"/>
            <a:ext cx="573609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Developer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4901" y="1687860"/>
            <a:ext cx="5615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developer is a manager of AI teams.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259360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plan in larger chunks than ever before. They delegate multiple parallel work streams to AI agents. They review, nudge, and redirect.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3497610"/>
            <a:ext cx="803168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emphasis shifts from writing code to orchestrating the systems that write code.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Developer's Journey to Agentic AI</dc:title>
  <dc:subject>PptxGenJS Presentation</dc:subject>
  <dc:creator>Product Team</dc:creator>
  <cp:lastModifiedBy>Product Team</cp:lastModifiedBy>
  <cp:revision>1</cp:revision>
  <dcterms:created xsi:type="dcterms:W3CDTF">2026-02-18T20:37:55Z</dcterms:created>
  <dcterms:modified xsi:type="dcterms:W3CDTF">2026-02-18T20:37:55Z</dcterms:modified>
</cp:coreProperties>
</file>