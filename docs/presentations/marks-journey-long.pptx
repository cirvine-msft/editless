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215" y="1215033"/>
            <a:ext cx="8291420" cy="1645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</a:t>
            </a:r>
            <a:endParaRPr lang="en-US" sz="5400" dirty="0"/>
          </a:p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Agentic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85800" y="3146524"/>
            <a:ext cx="7772400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developer's workflow evolved — and why it matters for every engineering organization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16260"/>
            <a:ext cx="635788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Happy Developer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0211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uses an AI coding assistant in his editor. It autocompletes code, answers questions, explains errors.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354610"/>
            <a:ext cx="36487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more productive than ever.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926110"/>
            <a:ext cx="51580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hears about "AI agents" but doesn't get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7833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already have AI helping me code. What more do I need?"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06760"/>
            <a:ext cx="453683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Agent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92610"/>
            <a:ext cx="562891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creates a simple agent with a basic prompt: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164110"/>
            <a:ext cx="4962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my personal coding assistant."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735610"/>
            <a:ext cx="66285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just like the built-in assistant but... he can customize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5928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he has a revelation: the agent can modify its own instruction files. It can make itself better.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31143"/>
            <a:ext cx="6555534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100"/>
              </a:spcAft>
              <a:buNone/>
            </a:pPr>
            <a:r>
              <a:rPr lang="en-US" sz="4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Capabilities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34901" y="1274118"/>
            <a:ext cx="8031682" cy="72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discovers he can connect his agent to external tools and data sources: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20651" y="2283470"/>
            <a:ext cx="3178076" cy="1458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and web services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databases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management systems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34901" y="3913584"/>
            <a:ext cx="803168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Aft>
                <a:spcPts val="1200"/>
              </a:spcAft>
              <a:buNone/>
            </a:pPr>
            <a:r>
              <a:rPr lang="en-US" sz="21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goes from coding assistant to development partner.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480340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&amp; Skills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Mark's agent does more, he hits a wall: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limits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new session starts from scratch.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solves this by giving the agent persistent memory — simple files where it stores learnings across sessions.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also creates "skills" — reusable instructions for repeated tasks that ensure consistent, deterministic behavior.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801589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Orchestration Problem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Mark's single agent is doing too much.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bloated. Quality drops.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specialized sub-agents — one for frontend, one for backend, one for testing — and an orchestrator to coordinate them.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each agent has focused expertise and manageable context.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11510"/>
            <a:ext cx="723106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Automation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973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realizes he doesn't need to be in the conversation loop for every task.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498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background processes that launch agents autonomously — like CI/CD but for AI-assisted development.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68811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work in parallel while he focuses on planning and review.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15255"/>
            <a:ext cx="5933134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34901" y="1272480"/>
            <a:ext cx="51194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34901" y="1596330"/>
            <a:ext cx="7874198" cy="1968103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more capable than the last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 built in natively — what required custom solutions yesterday ships as a checkbox tomorrow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4901" y="3659684"/>
            <a:ext cx="63287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Especially over the last few months, these improvements have </a:t>
            </a:r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exploded</a:t>
            </a:r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4078784"/>
            <a:ext cx="39013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750"/>
              </a:spcBef>
              <a:spcAft>
                <a:spcPts val="600"/>
              </a:spcAft>
              <a:buNone/>
            </a:pPr>
            <a:r>
              <a:rPr lang="en-US" sz="21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96801"/>
            <a:ext cx="6344677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Explosion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292126"/>
            <a:ext cx="8031682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ago, AI needed hand-holding. You watched every output, corrected constantly.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4901" y="1956197"/>
            <a:ext cx="644122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 longer true.</a:t>
            </a:r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Models have gotten dramatically better — fast.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2335857"/>
            <a:ext cx="7258050" cy="1198959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now handle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long-running, complex tasks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minimal oversight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developer runs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work streams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kicking off tasks and moving on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ramp-up from "first agent" to "full automation" is happening in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weeks, not months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do anything manually —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dictate to agents and move on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 task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3801517"/>
            <a:ext cx="8031682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Bef>
                <a:spcPts val="1500"/>
              </a:spcBef>
              <a:spcAft>
                <a:spcPts val="75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tried AI six months ago and were underwhelmed — try again. It's a different world.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08372" y="1887736"/>
            <a:ext cx="332725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Widening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929993" y="2309961"/>
            <a:ext cx="5283866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who adopt AI aren't just keeping up — they're pulling away.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867905" y="2702123"/>
            <a:ext cx="5408042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developers ride the capability curve. Everyone else falls behind it.</a:t>
            </a:r>
            <a:endParaRPr lang="en-US" sz="1200" dirty="0"/>
          </a:p>
        </p:txBody>
      </p:sp>
      <p:pic>
        <p:nvPicPr>
          <p:cNvPr id="5" name="Image 0" descr="C:\Users\cirvine\code\work\editless.wt\leadership-presentation\docs\presentations\workspace\long\capability-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188720"/>
            <a:ext cx="6949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1035248"/>
            <a:ext cx="4779874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50"/>
              </a:spcAft>
              <a:buNone/>
            </a:pPr>
            <a:r>
              <a:rPr lang="en-US" sz="4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34901" y="1902023"/>
            <a:ext cx="8031682" cy="90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200"/>
              </a:spcAft>
              <a:buNone/>
            </a:pPr>
            <a:r>
              <a:rPr lang="en-US" sz="17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PRs, do exploratory testing, spike multiple solutions — even create PowerPoint slides.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961233"/>
            <a:ext cx="4752094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200"/>
              </a:spcAft>
              <a:buNone/>
            </a:pPr>
            <a:r>
              <a:rPr lang="en-US" sz="17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4901" y="3625453"/>
            <a:ext cx="6591815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Bef>
                <a:spcPts val="1650"/>
              </a:spcBef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writing code. More time shaping outcomes.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Product Team</dc:creator>
  <cp:lastModifiedBy>Product Team</cp:lastModifiedBy>
  <cp:revision>1</cp:revision>
  <dcterms:created xsi:type="dcterms:W3CDTF">2026-02-18T22:52:47Z</dcterms:created>
  <dcterms:modified xsi:type="dcterms:W3CDTF">2026-02-18T22:52:47Z</dcterms:modified>
</cp:coreProperties>
</file>